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3" r:id="rId3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6" d="100"/>
          <a:sy n="56" d="100"/>
        </p:scale>
        <p:origin x="610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35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735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735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735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8288000" cy="1028699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06500" y="1258265"/>
            <a:ext cx="9343390" cy="2366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35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892554" y="3937482"/>
            <a:ext cx="14502891" cy="26930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"/>
            <a:ext cx="18288000" cy="10286998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264416" y="7124700"/>
            <a:ext cx="5298184" cy="29059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fr-FR" sz="2400" b="1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Réalisé par :</a:t>
            </a:r>
            <a:endParaRPr lang="fr-FR" sz="2400" dirty="0" smtClean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"/>
            </a:pPr>
            <a:r>
              <a:rPr lang="fr-FR" sz="22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BOURRAS Hamza</a:t>
            </a: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"/>
            </a:pPr>
            <a:r>
              <a:rPr lang="fr-FR" sz="22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EL OUARRAK Yahya</a:t>
            </a: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"/>
            </a:pPr>
            <a:r>
              <a:rPr lang="fr-FR" sz="22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SIDI MOHAMED NABGHA </a:t>
            </a:r>
            <a:r>
              <a:rPr lang="fr-FR" sz="2200" dirty="0" err="1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Abd</a:t>
            </a:r>
            <a:r>
              <a:rPr lang="fr-FR" sz="22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fr-FR" sz="2200" dirty="0" err="1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Latif</a:t>
            </a:r>
            <a:r>
              <a:rPr lang="fr-FR" sz="2200" dirty="0" err="1" smtClean="0">
                <a:solidFill>
                  <a:srgbClr val="00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f</a:t>
            </a:r>
            <a:endParaRPr lang="fr-FR" sz="2200" dirty="0" smtClean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800"/>
              </a:spcAft>
              <a:buFont typeface="Wingdings" panose="05000000000000000000" pitchFamily="2" charset="2"/>
              <a:buChar char=""/>
            </a:pPr>
            <a:r>
              <a:rPr lang="fr-FR" sz="2200" dirty="0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EL </a:t>
            </a:r>
            <a:r>
              <a:rPr lang="fr-FR" sz="2200" dirty="0" err="1" smtClean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OMARIAbdelhadi</a:t>
            </a:r>
            <a:endParaRPr lang="fr-FR" sz="22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2928873" y="3851224"/>
            <a:ext cx="12436475" cy="216790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/>
            <a:r>
              <a:rPr lang="fr-MA" sz="7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web pour l’agence BCG de location de voiture </a:t>
            </a:r>
            <a:endParaRPr lang="fr-FR" sz="7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264416" y="214155"/>
            <a:ext cx="2664457" cy="1119345"/>
            <a:chOff x="264416" y="214155"/>
            <a:chExt cx="2531745" cy="996315"/>
          </a:xfrm>
        </p:grpSpPr>
        <p:sp>
          <p:nvSpPr>
            <p:cNvPr id="10" name="object 10"/>
            <p:cNvSpPr/>
            <p:nvPr/>
          </p:nvSpPr>
          <p:spPr>
            <a:xfrm>
              <a:off x="288696" y="220471"/>
              <a:ext cx="791210" cy="301625"/>
            </a:xfrm>
            <a:custGeom>
              <a:avLst/>
              <a:gdLst/>
              <a:ahLst/>
              <a:cxnLst/>
              <a:rect l="l" t="t" r="r" b="b"/>
              <a:pathLst>
                <a:path w="791210" h="301625">
                  <a:moveTo>
                    <a:pt x="335165" y="0"/>
                  </a:moveTo>
                  <a:lnTo>
                    <a:pt x="328841" y="736"/>
                  </a:lnTo>
                  <a:lnTo>
                    <a:pt x="203339" y="495"/>
                  </a:lnTo>
                  <a:lnTo>
                    <a:pt x="203098" y="12382"/>
                  </a:lnTo>
                  <a:lnTo>
                    <a:pt x="242798" y="30899"/>
                  </a:lnTo>
                  <a:lnTo>
                    <a:pt x="245656" y="47117"/>
                  </a:lnTo>
                  <a:lnTo>
                    <a:pt x="245173" y="193065"/>
                  </a:lnTo>
                  <a:lnTo>
                    <a:pt x="235356" y="233705"/>
                  </a:lnTo>
                  <a:lnTo>
                    <a:pt x="209664" y="266153"/>
                  </a:lnTo>
                  <a:lnTo>
                    <a:pt x="160985" y="277596"/>
                  </a:lnTo>
                  <a:lnTo>
                    <a:pt x="136499" y="271513"/>
                  </a:lnTo>
                  <a:lnTo>
                    <a:pt x="103962" y="240334"/>
                  </a:lnTo>
                  <a:lnTo>
                    <a:pt x="91732" y="201307"/>
                  </a:lnTo>
                  <a:lnTo>
                    <a:pt x="90474" y="34975"/>
                  </a:lnTo>
                  <a:lnTo>
                    <a:pt x="92671" y="26962"/>
                  </a:lnTo>
                  <a:lnTo>
                    <a:pt x="131826" y="11417"/>
                  </a:lnTo>
                  <a:lnTo>
                    <a:pt x="131826" y="495"/>
                  </a:lnTo>
                  <a:lnTo>
                    <a:pt x="0" y="495"/>
                  </a:lnTo>
                  <a:lnTo>
                    <a:pt x="0" y="11658"/>
                  </a:lnTo>
                  <a:lnTo>
                    <a:pt x="17297" y="12928"/>
                  </a:lnTo>
                  <a:lnTo>
                    <a:pt x="25679" y="14935"/>
                  </a:lnTo>
                  <a:lnTo>
                    <a:pt x="44018" y="49784"/>
                  </a:lnTo>
                  <a:lnTo>
                    <a:pt x="43484" y="83845"/>
                  </a:lnTo>
                  <a:lnTo>
                    <a:pt x="43383" y="117906"/>
                  </a:lnTo>
                  <a:lnTo>
                    <a:pt x="44754" y="186016"/>
                  </a:lnTo>
                  <a:lnTo>
                    <a:pt x="55054" y="234645"/>
                  </a:lnTo>
                  <a:lnTo>
                    <a:pt x="82689" y="275628"/>
                  </a:lnTo>
                  <a:lnTo>
                    <a:pt x="121208" y="296849"/>
                  </a:lnTo>
                  <a:lnTo>
                    <a:pt x="165392" y="301129"/>
                  </a:lnTo>
                  <a:lnTo>
                    <a:pt x="193154" y="299516"/>
                  </a:lnTo>
                  <a:lnTo>
                    <a:pt x="233768" y="288429"/>
                  </a:lnTo>
                  <a:lnTo>
                    <a:pt x="266331" y="260083"/>
                  </a:lnTo>
                  <a:lnTo>
                    <a:pt x="284480" y="222440"/>
                  </a:lnTo>
                  <a:lnTo>
                    <a:pt x="291147" y="181165"/>
                  </a:lnTo>
                  <a:lnTo>
                    <a:pt x="291147" y="44932"/>
                  </a:lnTo>
                  <a:lnTo>
                    <a:pt x="291439" y="38379"/>
                  </a:lnTo>
                  <a:lnTo>
                    <a:pt x="323773" y="12153"/>
                  </a:lnTo>
                  <a:lnTo>
                    <a:pt x="332486" y="11899"/>
                  </a:lnTo>
                  <a:lnTo>
                    <a:pt x="331520" y="8509"/>
                  </a:lnTo>
                  <a:lnTo>
                    <a:pt x="335165" y="0"/>
                  </a:lnTo>
                  <a:close/>
                </a:path>
                <a:path w="791210" h="301625">
                  <a:moveTo>
                    <a:pt x="643826" y="194271"/>
                  </a:moveTo>
                  <a:lnTo>
                    <a:pt x="626440" y="195999"/>
                  </a:lnTo>
                  <a:lnTo>
                    <a:pt x="609625" y="200990"/>
                  </a:lnTo>
                  <a:lnTo>
                    <a:pt x="594398" y="209473"/>
                  </a:lnTo>
                  <a:lnTo>
                    <a:pt x="581799" y="221716"/>
                  </a:lnTo>
                  <a:lnTo>
                    <a:pt x="590194" y="226047"/>
                  </a:lnTo>
                  <a:lnTo>
                    <a:pt x="615124" y="238467"/>
                  </a:lnTo>
                  <a:lnTo>
                    <a:pt x="621042" y="226720"/>
                  </a:lnTo>
                  <a:lnTo>
                    <a:pt x="628192" y="215646"/>
                  </a:lnTo>
                  <a:lnTo>
                    <a:pt x="643826" y="194271"/>
                  </a:lnTo>
                  <a:close/>
                </a:path>
                <a:path w="791210" h="301625">
                  <a:moveTo>
                    <a:pt x="790752" y="130416"/>
                  </a:moveTo>
                  <a:lnTo>
                    <a:pt x="781608" y="68986"/>
                  </a:lnTo>
                  <a:lnTo>
                    <a:pt x="752602" y="23533"/>
                  </a:lnTo>
                  <a:lnTo>
                    <a:pt x="711403" y="2895"/>
                  </a:lnTo>
                  <a:lnTo>
                    <a:pt x="688340" y="0"/>
                  </a:lnTo>
                  <a:lnTo>
                    <a:pt x="510540" y="0"/>
                  </a:lnTo>
                  <a:lnTo>
                    <a:pt x="510286" y="102235"/>
                  </a:lnTo>
                  <a:lnTo>
                    <a:pt x="517105" y="102235"/>
                  </a:lnTo>
                  <a:lnTo>
                    <a:pt x="516890" y="91884"/>
                  </a:lnTo>
                  <a:lnTo>
                    <a:pt x="517766" y="81508"/>
                  </a:lnTo>
                  <a:lnTo>
                    <a:pt x="548970" y="51968"/>
                  </a:lnTo>
                  <a:lnTo>
                    <a:pt x="682980" y="51727"/>
                  </a:lnTo>
                  <a:lnTo>
                    <a:pt x="697814" y="52920"/>
                  </a:lnTo>
                  <a:lnTo>
                    <a:pt x="739165" y="68732"/>
                  </a:lnTo>
                  <a:lnTo>
                    <a:pt x="763739" y="106616"/>
                  </a:lnTo>
                  <a:lnTo>
                    <a:pt x="726325" y="108699"/>
                  </a:lnTo>
                  <a:lnTo>
                    <a:pt x="688975" y="112039"/>
                  </a:lnTo>
                  <a:lnTo>
                    <a:pt x="615124" y="124587"/>
                  </a:lnTo>
                  <a:lnTo>
                    <a:pt x="573620" y="141605"/>
                  </a:lnTo>
                  <a:lnTo>
                    <a:pt x="539965" y="171208"/>
                  </a:lnTo>
                  <a:lnTo>
                    <a:pt x="517194" y="216255"/>
                  </a:lnTo>
                  <a:lnTo>
                    <a:pt x="510286" y="266395"/>
                  </a:lnTo>
                  <a:lnTo>
                    <a:pt x="555536" y="266395"/>
                  </a:lnTo>
                  <a:lnTo>
                    <a:pt x="555040" y="251536"/>
                  </a:lnTo>
                  <a:lnTo>
                    <a:pt x="557847" y="236893"/>
                  </a:lnTo>
                  <a:lnTo>
                    <a:pt x="589356" y="196202"/>
                  </a:lnTo>
                  <a:lnTo>
                    <a:pt x="629780" y="176809"/>
                  </a:lnTo>
                  <a:lnTo>
                    <a:pt x="685393" y="164833"/>
                  </a:lnTo>
                  <a:lnTo>
                    <a:pt x="754456" y="160820"/>
                  </a:lnTo>
                  <a:lnTo>
                    <a:pt x="789038" y="161493"/>
                  </a:lnTo>
                  <a:lnTo>
                    <a:pt x="790752" y="130416"/>
                  </a:lnTo>
                  <a:close/>
                </a:path>
              </a:pathLst>
            </a:custGeom>
            <a:solidFill>
              <a:srgbClr val="004B83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290639" y="221449"/>
              <a:ext cx="788670" cy="550545"/>
            </a:xfrm>
            <a:custGeom>
              <a:avLst/>
              <a:gdLst/>
              <a:ahLst/>
              <a:cxnLst/>
              <a:rect l="l" t="t" r="r" b="b"/>
              <a:pathLst>
                <a:path w="788669" h="550545">
                  <a:moveTo>
                    <a:pt x="128422" y="550037"/>
                  </a:moveTo>
                  <a:lnTo>
                    <a:pt x="127698" y="543471"/>
                  </a:lnTo>
                  <a:lnTo>
                    <a:pt x="114769" y="542721"/>
                  </a:lnTo>
                  <a:lnTo>
                    <a:pt x="108432" y="541388"/>
                  </a:lnTo>
                  <a:lnTo>
                    <a:pt x="85128" y="507288"/>
                  </a:lnTo>
                  <a:lnTo>
                    <a:pt x="86156" y="350481"/>
                  </a:lnTo>
                  <a:lnTo>
                    <a:pt x="85369" y="298208"/>
                  </a:lnTo>
                  <a:lnTo>
                    <a:pt x="56718" y="269278"/>
                  </a:lnTo>
                  <a:lnTo>
                    <a:pt x="44272" y="247446"/>
                  </a:lnTo>
                  <a:lnTo>
                    <a:pt x="43294" y="510209"/>
                  </a:lnTo>
                  <a:lnTo>
                    <a:pt x="15468" y="542620"/>
                  </a:lnTo>
                  <a:lnTo>
                    <a:pt x="0" y="543712"/>
                  </a:lnTo>
                  <a:lnTo>
                    <a:pt x="482" y="550278"/>
                  </a:lnTo>
                  <a:lnTo>
                    <a:pt x="128422" y="550037"/>
                  </a:lnTo>
                  <a:close/>
                </a:path>
                <a:path w="788669" h="550545">
                  <a:moveTo>
                    <a:pt x="224256" y="388543"/>
                  </a:moveTo>
                  <a:lnTo>
                    <a:pt x="105079" y="388543"/>
                  </a:lnTo>
                  <a:lnTo>
                    <a:pt x="105079" y="410400"/>
                  </a:lnTo>
                  <a:lnTo>
                    <a:pt x="224256" y="410400"/>
                  </a:lnTo>
                  <a:lnTo>
                    <a:pt x="224256" y="388543"/>
                  </a:lnTo>
                  <a:close/>
                </a:path>
                <a:path w="788669" h="550545">
                  <a:moveTo>
                    <a:pt x="330542" y="544207"/>
                  </a:moveTo>
                  <a:lnTo>
                    <a:pt x="293611" y="530796"/>
                  </a:lnTo>
                  <a:lnTo>
                    <a:pt x="286283" y="246964"/>
                  </a:lnTo>
                  <a:lnTo>
                    <a:pt x="275818" y="265417"/>
                  </a:lnTo>
                  <a:lnTo>
                    <a:pt x="269659" y="274955"/>
                  </a:lnTo>
                  <a:lnTo>
                    <a:pt x="262255" y="283540"/>
                  </a:lnTo>
                  <a:lnTo>
                    <a:pt x="253860" y="291274"/>
                  </a:lnTo>
                  <a:lnTo>
                    <a:pt x="244690" y="298208"/>
                  </a:lnTo>
                  <a:lnTo>
                    <a:pt x="243763" y="343776"/>
                  </a:lnTo>
                  <a:lnTo>
                    <a:pt x="243865" y="389420"/>
                  </a:lnTo>
                  <a:lnTo>
                    <a:pt x="244690" y="480822"/>
                  </a:lnTo>
                  <a:lnTo>
                    <a:pt x="245071" y="493941"/>
                  </a:lnTo>
                  <a:lnTo>
                    <a:pt x="245021" y="507326"/>
                  </a:lnTo>
                  <a:lnTo>
                    <a:pt x="220662" y="541870"/>
                  </a:lnTo>
                  <a:lnTo>
                    <a:pt x="201637" y="543712"/>
                  </a:lnTo>
                  <a:lnTo>
                    <a:pt x="202603" y="550278"/>
                  </a:lnTo>
                  <a:lnTo>
                    <a:pt x="330060" y="550037"/>
                  </a:lnTo>
                  <a:lnTo>
                    <a:pt x="330542" y="544207"/>
                  </a:lnTo>
                  <a:close/>
                </a:path>
                <a:path w="788669" h="550545">
                  <a:moveTo>
                    <a:pt x="396951" y="0"/>
                  </a:moveTo>
                  <a:lnTo>
                    <a:pt x="353174" y="0"/>
                  </a:lnTo>
                  <a:lnTo>
                    <a:pt x="353174" y="548817"/>
                  </a:lnTo>
                  <a:lnTo>
                    <a:pt x="396951" y="548817"/>
                  </a:lnTo>
                  <a:lnTo>
                    <a:pt x="396951" y="0"/>
                  </a:lnTo>
                  <a:close/>
                </a:path>
                <a:path w="788669" h="550545">
                  <a:moveTo>
                    <a:pt x="465048" y="0"/>
                  </a:moveTo>
                  <a:lnTo>
                    <a:pt x="421271" y="0"/>
                  </a:lnTo>
                  <a:lnTo>
                    <a:pt x="421271" y="548817"/>
                  </a:lnTo>
                  <a:lnTo>
                    <a:pt x="465048" y="548817"/>
                  </a:lnTo>
                  <a:lnTo>
                    <a:pt x="465048" y="0"/>
                  </a:lnTo>
                  <a:close/>
                </a:path>
                <a:path w="788669" h="550545">
                  <a:moveTo>
                    <a:pt x="788149" y="413067"/>
                  </a:moveTo>
                  <a:lnTo>
                    <a:pt x="778014" y="349885"/>
                  </a:lnTo>
                  <a:lnTo>
                    <a:pt x="747407" y="305079"/>
                  </a:lnTo>
                  <a:lnTo>
                    <a:pt x="706539" y="286245"/>
                  </a:lnTo>
                  <a:lnTo>
                    <a:pt x="683958" y="283883"/>
                  </a:lnTo>
                  <a:lnTo>
                    <a:pt x="508101" y="283883"/>
                  </a:lnTo>
                  <a:lnTo>
                    <a:pt x="508101" y="386118"/>
                  </a:lnTo>
                  <a:lnTo>
                    <a:pt x="515404" y="385381"/>
                  </a:lnTo>
                  <a:lnTo>
                    <a:pt x="515099" y="374954"/>
                  </a:lnTo>
                  <a:lnTo>
                    <a:pt x="516039" y="364439"/>
                  </a:lnTo>
                  <a:lnTo>
                    <a:pt x="547751" y="335597"/>
                  </a:lnTo>
                  <a:lnTo>
                    <a:pt x="679094" y="335356"/>
                  </a:lnTo>
                  <a:lnTo>
                    <a:pt x="694474" y="336410"/>
                  </a:lnTo>
                  <a:lnTo>
                    <a:pt x="737222" y="352361"/>
                  </a:lnTo>
                  <a:lnTo>
                    <a:pt x="762038" y="390004"/>
                  </a:lnTo>
                  <a:lnTo>
                    <a:pt x="724623" y="392188"/>
                  </a:lnTo>
                  <a:lnTo>
                    <a:pt x="687273" y="395528"/>
                  </a:lnTo>
                  <a:lnTo>
                    <a:pt x="613422" y="407974"/>
                  </a:lnTo>
                  <a:lnTo>
                    <a:pt x="573684" y="423964"/>
                  </a:lnTo>
                  <a:lnTo>
                    <a:pt x="540702" y="451434"/>
                  </a:lnTo>
                  <a:lnTo>
                    <a:pt x="515734" y="497827"/>
                  </a:lnTo>
                  <a:lnTo>
                    <a:pt x="508101" y="550037"/>
                  </a:lnTo>
                  <a:lnTo>
                    <a:pt x="553351" y="549795"/>
                  </a:lnTo>
                  <a:lnTo>
                    <a:pt x="552691" y="534644"/>
                  </a:lnTo>
                  <a:lnTo>
                    <a:pt x="555625" y="519861"/>
                  </a:lnTo>
                  <a:lnTo>
                    <a:pt x="587095" y="479806"/>
                  </a:lnTo>
                  <a:lnTo>
                    <a:pt x="625754" y="461010"/>
                  </a:lnTo>
                  <a:lnTo>
                    <a:pt x="681088" y="448818"/>
                  </a:lnTo>
                  <a:lnTo>
                    <a:pt x="751344" y="444563"/>
                  </a:lnTo>
                  <a:lnTo>
                    <a:pt x="786599" y="445122"/>
                  </a:lnTo>
                  <a:lnTo>
                    <a:pt x="788149" y="413067"/>
                  </a:lnTo>
                  <a:close/>
                </a:path>
              </a:pathLst>
            </a:custGeom>
            <a:solidFill>
              <a:srgbClr val="818284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416" y="214155"/>
              <a:ext cx="2531477" cy="995861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13792200" y="7124700"/>
            <a:ext cx="2608580" cy="1456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Encadré par :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lnSpc>
                <a:spcPct val="150000"/>
              </a:lnSpc>
            </a:pPr>
            <a:r>
              <a:rPr lang="fr-MA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M.</a:t>
            </a:r>
            <a:endParaRPr lang="fr-F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5753100" y="2324100"/>
            <a:ext cx="678180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Rapport de projet personnel</a:t>
            </a:r>
          </a:p>
          <a:p>
            <a:pPr algn="ctr">
              <a:lnSpc>
                <a:spcPct val="150000"/>
              </a:lnSpc>
            </a:pP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Département : math-info</a:t>
            </a:r>
          </a:p>
          <a:p>
            <a:pPr algn="ctr">
              <a:lnSpc>
                <a:spcPct val="150000"/>
              </a:lnSpc>
            </a:pPr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5600" y="240215"/>
            <a:ext cx="3543300" cy="133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400300" y="3904699"/>
            <a:ext cx="13487400" cy="2477601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0"/>
              </a:spcBef>
            </a:pPr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MERCI POUR VOTRE ATTENTION</a:t>
            </a:r>
            <a:endParaRPr sz="8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703</TotalTime>
  <Words>42</Words>
  <Application>Microsoft Office PowerPoint</Application>
  <PresentationFormat>Personnalisé</PresentationFormat>
  <Paragraphs>11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8" baseType="lpstr">
      <vt:lpstr>Arial</vt:lpstr>
      <vt:lpstr>Arial Black</vt:lpstr>
      <vt:lpstr>Calibri</vt:lpstr>
      <vt:lpstr>Times New Roman</vt:lpstr>
      <vt:lpstr>Wingdings</vt:lpstr>
      <vt:lpstr>Office Theme</vt:lpstr>
      <vt:lpstr>Application web pour l’agence BCG de location de voiture 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Black Simple Financial Report Presentation</dc:title>
  <dc:creator>YAHYAX ‎‎</dc:creator>
  <cp:lastModifiedBy>hp</cp:lastModifiedBy>
  <cp:revision>8</cp:revision>
  <dcterms:created xsi:type="dcterms:W3CDTF">2024-12-21T13:25:28Z</dcterms:created>
  <dcterms:modified xsi:type="dcterms:W3CDTF">2025-02-05T14:59:26Z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2024-12-15T00:00:00Z</vt:filetime>
  </property>
  <property fmtid="{D5CDD505-2E9C-101B-9397-08002B2CF9AE}" pid="3" name="Creator">
    <vt:lpwstr>Microsoft® PowerPoint® LTSC</vt:lpwstr>
  </property>
  <property fmtid="{D5CDD505-2E9C-101B-9397-08002B2CF9AE}" pid="4" name="LastSaved">
    <vt:filetime>2024-12-21T00:00:00Z</vt:filetime>
  </property>
  <property fmtid="{D5CDD505-2E9C-101B-9397-08002B2CF9AE}" pid="5" name="Producer">
    <vt:lpwstr>Microsoft® PowerPoint® LTSC</vt:lpwstr>
  </property>
</Properties>
</file>